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18"/>
  </p:notesMasterIdLst>
  <p:sldIdLst>
    <p:sldId id="264" r:id="rId2"/>
    <p:sldId id="262" r:id="rId3"/>
    <p:sldId id="258" r:id="rId4"/>
    <p:sldId id="259" r:id="rId5"/>
    <p:sldId id="280" r:id="rId6"/>
    <p:sldId id="265" r:id="rId7"/>
    <p:sldId id="267" r:id="rId8"/>
    <p:sldId id="269" r:id="rId9"/>
    <p:sldId id="270" r:id="rId10"/>
    <p:sldId id="279" r:id="rId11"/>
    <p:sldId id="271" r:id="rId12"/>
    <p:sldId id="272" r:id="rId13"/>
    <p:sldId id="273" r:id="rId14"/>
    <p:sldId id="276" r:id="rId15"/>
    <p:sldId id="277" r:id="rId16"/>
    <p:sldId id="274" r:id="rId17"/>
  </p:sldIdLst>
  <p:sldSz cx="12192000" cy="6858000"/>
  <p:notesSz cx="6858000" cy="9144000"/>
  <p:photoAlbum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800A71-3BBF-476D-8DE3-EF1739E062D8}" v="193" dt="2024-12-01T13:27:21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iyaraveendran123@gmail.com" userId="dcd12eb41bb3191b" providerId="LiveId" clId="{87800A71-3BBF-476D-8DE3-EF1739E062D8}"/>
    <pc:docChg chg="undo custSel addSld delSld modSld sldOrd">
      <pc:chgData name="anuriyaraveendran123@gmail.com" userId="dcd12eb41bb3191b" providerId="LiveId" clId="{87800A71-3BBF-476D-8DE3-EF1739E062D8}" dt="2024-12-01T13:36:35.800" v="1877" actId="1036"/>
      <pc:docMkLst>
        <pc:docMk/>
      </pc:docMkLst>
      <pc:sldChg chg="modSp del mod">
        <pc:chgData name="anuriyaraveendran123@gmail.com" userId="dcd12eb41bb3191b" providerId="LiveId" clId="{87800A71-3BBF-476D-8DE3-EF1739E062D8}" dt="2024-11-27T07:32:10.175" v="31" actId="2696"/>
        <pc:sldMkLst>
          <pc:docMk/>
          <pc:sldMk cId="3457782662" sldId="257"/>
        </pc:sldMkLst>
        <pc:spChg chg="mod">
          <ac:chgData name="anuriyaraveendran123@gmail.com" userId="dcd12eb41bb3191b" providerId="LiveId" clId="{87800A71-3BBF-476D-8DE3-EF1739E062D8}" dt="2024-11-27T07:31:55.704" v="30" actId="1076"/>
          <ac:spMkLst>
            <pc:docMk/>
            <pc:sldMk cId="3457782662" sldId="257"/>
            <ac:spMk id="7" creationId="{1756CF35-A879-722C-8E2D-7CD6D661F3FB}"/>
          </ac:spMkLst>
        </pc:spChg>
        <pc:spChg chg="mod">
          <ac:chgData name="anuriyaraveendran123@gmail.com" userId="dcd12eb41bb3191b" providerId="LiveId" clId="{87800A71-3BBF-476D-8DE3-EF1739E062D8}" dt="2024-11-27T07:31:26.849" v="27" actId="14100"/>
          <ac:spMkLst>
            <pc:docMk/>
            <pc:sldMk cId="3457782662" sldId="257"/>
            <ac:spMk id="8" creationId="{FBCB586F-889E-2726-9BF1-9484B73E33FA}"/>
          </ac:spMkLst>
        </pc:spChg>
        <pc:picChg chg="mod">
          <ac:chgData name="anuriyaraveendran123@gmail.com" userId="dcd12eb41bb3191b" providerId="LiveId" clId="{87800A71-3BBF-476D-8DE3-EF1739E062D8}" dt="2024-11-27T07:31:34.704" v="28" actId="1076"/>
          <ac:picMkLst>
            <pc:docMk/>
            <pc:sldMk cId="3457782662" sldId="257"/>
            <ac:picMk id="3" creationId="{892280FA-363F-6FE1-93D7-11EB1F25B92F}"/>
          </ac:picMkLst>
        </pc:picChg>
      </pc:sldChg>
      <pc:sldChg chg="modSp mod">
        <pc:chgData name="anuriyaraveendran123@gmail.com" userId="dcd12eb41bb3191b" providerId="LiveId" clId="{87800A71-3BBF-476D-8DE3-EF1739E062D8}" dt="2024-11-28T18:48:40.555" v="1278" actId="1076"/>
        <pc:sldMkLst>
          <pc:docMk/>
          <pc:sldMk cId="3743884384" sldId="258"/>
        </pc:sldMkLst>
        <pc:spChg chg="mod">
          <ac:chgData name="anuriyaraveendran123@gmail.com" userId="dcd12eb41bb3191b" providerId="LiveId" clId="{87800A71-3BBF-476D-8DE3-EF1739E062D8}" dt="2024-11-28T18:48:40.555" v="1278" actId="1076"/>
          <ac:spMkLst>
            <pc:docMk/>
            <pc:sldMk cId="3743884384" sldId="258"/>
            <ac:spMk id="2" creationId="{CE6B9F8B-B734-EF60-5639-9341419BC63F}"/>
          </ac:spMkLst>
        </pc:spChg>
      </pc:sldChg>
      <pc:sldChg chg="modSp mod">
        <pc:chgData name="anuriyaraveendran123@gmail.com" userId="dcd12eb41bb3191b" providerId="LiveId" clId="{87800A71-3BBF-476D-8DE3-EF1739E062D8}" dt="2024-11-28T15:51:04.325" v="1273" actId="1036"/>
        <pc:sldMkLst>
          <pc:docMk/>
          <pc:sldMk cId="565579908" sldId="259"/>
        </pc:sldMkLst>
        <pc:spChg chg="mod">
          <ac:chgData name="anuriyaraveendran123@gmail.com" userId="dcd12eb41bb3191b" providerId="LiveId" clId="{87800A71-3BBF-476D-8DE3-EF1739E062D8}" dt="2024-11-28T15:50:39.513" v="1271" actId="14100"/>
          <ac:spMkLst>
            <pc:docMk/>
            <pc:sldMk cId="565579908" sldId="259"/>
            <ac:spMk id="2" creationId="{B78CF7F6-8C71-762D-E0BC-556BB99838EE}"/>
          </ac:spMkLst>
        </pc:spChg>
        <pc:spChg chg="mod">
          <ac:chgData name="anuriyaraveendran123@gmail.com" userId="dcd12eb41bb3191b" providerId="LiveId" clId="{87800A71-3BBF-476D-8DE3-EF1739E062D8}" dt="2024-11-28T15:51:04.325" v="1273" actId="1036"/>
          <ac:spMkLst>
            <pc:docMk/>
            <pc:sldMk cId="565579908" sldId="259"/>
            <ac:spMk id="3" creationId="{84D16314-FBD9-0EA8-4BAA-8B81731A6F1A}"/>
          </ac:spMkLst>
        </pc:spChg>
      </pc:sldChg>
      <pc:sldChg chg="addSp delSp modSp del mod modClrScheme chgLayout">
        <pc:chgData name="anuriyaraveendran123@gmail.com" userId="dcd12eb41bb3191b" providerId="LiveId" clId="{87800A71-3BBF-476D-8DE3-EF1739E062D8}" dt="2024-11-27T07:35:23.376" v="61" actId="2696"/>
        <pc:sldMkLst>
          <pc:docMk/>
          <pc:sldMk cId="2235750941" sldId="261"/>
        </pc:sldMkLst>
        <pc:spChg chg="add del mod ord">
          <ac:chgData name="anuriyaraveendran123@gmail.com" userId="dcd12eb41bb3191b" providerId="LiveId" clId="{87800A71-3BBF-476D-8DE3-EF1739E062D8}" dt="2024-11-27T07:33:58.756" v="54" actId="700"/>
          <ac:spMkLst>
            <pc:docMk/>
            <pc:sldMk cId="2235750941" sldId="261"/>
            <ac:spMk id="2" creationId="{E3500016-5288-43EF-AD15-F0DE8B97B00A}"/>
          </ac:spMkLst>
        </pc:spChg>
        <pc:spChg chg="add del mod ord">
          <ac:chgData name="anuriyaraveendran123@gmail.com" userId="dcd12eb41bb3191b" providerId="LiveId" clId="{87800A71-3BBF-476D-8DE3-EF1739E062D8}" dt="2024-11-27T07:33:58.756" v="54" actId="700"/>
          <ac:spMkLst>
            <pc:docMk/>
            <pc:sldMk cId="2235750941" sldId="261"/>
            <ac:spMk id="4" creationId="{716EA1CF-BBC5-142A-D6F4-0E55500DE228}"/>
          </ac:spMkLst>
        </pc:spChg>
        <pc:spChg chg="add mod ord">
          <ac:chgData name="anuriyaraveendran123@gmail.com" userId="dcd12eb41bb3191b" providerId="LiveId" clId="{87800A71-3BBF-476D-8DE3-EF1739E062D8}" dt="2024-11-27T07:34:09.030" v="55" actId="700"/>
          <ac:spMkLst>
            <pc:docMk/>
            <pc:sldMk cId="2235750941" sldId="261"/>
            <ac:spMk id="5" creationId="{FB1E9E8D-17DC-3F70-7A16-3313F425C40B}"/>
          </ac:spMkLst>
        </pc:spChg>
        <pc:spChg chg="del mod">
          <ac:chgData name="anuriyaraveendran123@gmail.com" userId="dcd12eb41bb3191b" providerId="LiveId" clId="{87800A71-3BBF-476D-8DE3-EF1739E062D8}" dt="2024-11-27T07:34:52.659" v="58"/>
          <ac:spMkLst>
            <pc:docMk/>
            <pc:sldMk cId="2235750941" sldId="261"/>
            <ac:spMk id="6" creationId="{9A9F3B36-DDA9-BF8A-E2F2-A1502D92633C}"/>
          </ac:spMkLst>
        </pc:spChg>
      </pc:sldChg>
      <pc:sldChg chg="modSp add mod">
        <pc:chgData name="anuriyaraveendran123@gmail.com" userId="dcd12eb41bb3191b" providerId="LiveId" clId="{87800A71-3BBF-476D-8DE3-EF1739E062D8}" dt="2024-11-30T18:12:17.834" v="1707" actId="1036"/>
        <pc:sldMkLst>
          <pc:docMk/>
          <pc:sldMk cId="1072288470" sldId="262"/>
        </pc:sldMkLst>
        <pc:spChg chg="mod">
          <ac:chgData name="anuriyaraveendran123@gmail.com" userId="dcd12eb41bb3191b" providerId="LiveId" clId="{87800A71-3BBF-476D-8DE3-EF1739E062D8}" dt="2024-11-30T18:12:10.847" v="1705" actId="313"/>
          <ac:spMkLst>
            <pc:docMk/>
            <pc:sldMk cId="1072288470" sldId="262"/>
            <ac:spMk id="6" creationId="{BEBA8ED0-30DD-A0AF-7E49-31BC453C287E}"/>
          </ac:spMkLst>
        </pc:spChg>
        <pc:picChg chg="mod">
          <ac:chgData name="anuriyaraveendran123@gmail.com" userId="dcd12eb41bb3191b" providerId="LiveId" clId="{87800A71-3BBF-476D-8DE3-EF1739E062D8}" dt="2024-11-30T18:12:17.834" v="1707" actId="1036"/>
          <ac:picMkLst>
            <pc:docMk/>
            <pc:sldMk cId="1072288470" sldId="262"/>
            <ac:picMk id="3" creationId="{E149B432-B06D-3162-8304-8DA81B73B027}"/>
          </ac:picMkLst>
        </pc:picChg>
      </pc:sldChg>
      <pc:sldChg chg="new del">
        <pc:chgData name="anuriyaraveendran123@gmail.com" userId="dcd12eb41bb3191b" providerId="LiveId" clId="{87800A71-3BBF-476D-8DE3-EF1739E062D8}" dt="2024-11-27T07:39:31.897" v="162" actId="2696"/>
        <pc:sldMkLst>
          <pc:docMk/>
          <pc:sldMk cId="3243924300" sldId="263"/>
        </pc:sldMkLst>
      </pc:sldChg>
      <pc:sldChg chg="new del">
        <pc:chgData name="anuriyaraveendran123@gmail.com" userId="dcd12eb41bb3191b" providerId="LiveId" clId="{87800A71-3BBF-476D-8DE3-EF1739E062D8}" dt="2024-11-27T07:35:17.982" v="60" actId="2696"/>
        <pc:sldMkLst>
          <pc:docMk/>
          <pc:sldMk cId="251463518" sldId="264"/>
        </pc:sldMkLst>
      </pc:sldChg>
      <pc:sldChg chg="modSp new mod">
        <pc:chgData name="anuriyaraveendran123@gmail.com" userId="dcd12eb41bb3191b" providerId="LiveId" clId="{87800A71-3BBF-476D-8DE3-EF1739E062D8}" dt="2024-12-01T13:36:35.800" v="1877" actId="1036"/>
        <pc:sldMkLst>
          <pc:docMk/>
          <pc:sldMk cId="2176389964" sldId="264"/>
        </pc:sldMkLst>
        <pc:spChg chg="mod">
          <ac:chgData name="anuriyaraveendran123@gmail.com" userId="dcd12eb41bb3191b" providerId="LiveId" clId="{87800A71-3BBF-476D-8DE3-EF1739E062D8}" dt="2024-12-01T13:36:35.800" v="1877" actId="1036"/>
          <ac:spMkLst>
            <pc:docMk/>
            <pc:sldMk cId="2176389964" sldId="264"/>
            <ac:spMk id="2" creationId="{8A95FAA4-4932-C172-D1D5-8AF38119E36F}"/>
          </ac:spMkLst>
        </pc:spChg>
      </pc:sldChg>
      <pc:sldChg chg="modSp new mod">
        <pc:chgData name="anuriyaraveendran123@gmail.com" userId="dcd12eb41bb3191b" providerId="LiveId" clId="{87800A71-3BBF-476D-8DE3-EF1739E062D8}" dt="2024-11-29T15:12:45.784" v="1308" actId="20577"/>
        <pc:sldMkLst>
          <pc:docMk/>
          <pc:sldMk cId="739156383" sldId="265"/>
        </pc:sldMkLst>
        <pc:spChg chg="mod">
          <ac:chgData name="anuriyaraveendran123@gmail.com" userId="dcd12eb41bb3191b" providerId="LiveId" clId="{87800A71-3BBF-476D-8DE3-EF1739E062D8}" dt="2024-11-28T13:12:04.987" v="323" actId="27636"/>
          <ac:spMkLst>
            <pc:docMk/>
            <pc:sldMk cId="739156383" sldId="265"/>
            <ac:spMk id="2" creationId="{60DE018E-3BAB-ADCB-E7F1-9D5FC2368DF4}"/>
          </ac:spMkLst>
        </pc:spChg>
        <pc:spChg chg="mod">
          <ac:chgData name="anuriyaraveendran123@gmail.com" userId="dcd12eb41bb3191b" providerId="LiveId" clId="{87800A71-3BBF-476D-8DE3-EF1739E062D8}" dt="2024-11-29T15:12:45.784" v="1308" actId="20577"/>
          <ac:spMkLst>
            <pc:docMk/>
            <pc:sldMk cId="739156383" sldId="265"/>
            <ac:spMk id="3" creationId="{0A6CA7BB-BF34-C747-8F07-D301B9CA5E70}"/>
          </ac:spMkLst>
        </pc:spChg>
      </pc:sldChg>
      <pc:sldChg chg="addSp delSp modSp new del mod modClrScheme chgLayout">
        <pc:chgData name="anuriyaraveendran123@gmail.com" userId="dcd12eb41bb3191b" providerId="LiveId" clId="{87800A71-3BBF-476D-8DE3-EF1739E062D8}" dt="2024-11-28T14:13:04.260" v="533" actId="2696"/>
        <pc:sldMkLst>
          <pc:docMk/>
          <pc:sldMk cId="3486775912" sldId="266"/>
        </pc:sldMkLst>
        <pc:spChg chg="del">
          <ac:chgData name="anuriyaraveendran123@gmail.com" userId="dcd12eb41bb3191b" providerId="LiveId" clId="{87800A71-3BBF-476D-8DE3-EF1739E062D8}" dt="2024-11-28T13:17:35.924" v="376" actId="700"/>
          <ac:spMkLst>
            <pc:docMk/>
            <pc:sldMk cId="3486775912" sldId="266"/>
            <ac:spMk id="2" creationId="{E471E287-1835-83BA-0DC2-C1FCBFFE692E}"/>
          </ac:spMkLst>
        </pc:spChg>
        <pc:spChg chg="del">
          <ac:chgData name="anuriyaraveendran123@gmail.com" userId="dcd12eb41bb3191b" providerId="LiveId" clId="{87800A71-3BBF-476D-8DE3-EF1739E062D8}" dt="2024-11-28T13:17:35.924" v="376" actId="700"/>
          <ac:spMkLst>
            <pc:docMk/>
            <pc:sldMk cId="3486775912" sldId="266"/>
            <ac:spMk id="3" creationId="{CBD463C8-7E37-A88A-331D-E0837803C7B1}"/>
          </ac:spMkLst>
        </pc:spChg>
        <pc:graphicFrameChg chg="add mod">
          <ac:chgData name="anuriyaraveendran123@gmail.com" userId="dcd12eb41bb3191b" providerId="LiveId" clId="{87800A71-3BBF-476D-8DE3-EF1739E062D8}" dt="2024-11-28T13:18:01.155" v="377"/>
          <ac:graphicFrameMkLst>
            <pc:docMk/>
            <pc:sldMk cId="3486775912" sldId="266"/>
            <ac:graphicFrameMk id="4" creationId="{D0DEF776-6803-0F4F-5B10-FC7D2F5AA82E}"/>
          </ac:graphicFrameMkLst>
        </pc:graphicFrameChg>
        <pc:graphicFrameChg chg="mod">
          <ac:chgData name="anuriyaraveendran123@gmail.com" userId="dcd12eb41bb3191b" providerId="LiveId" clId="{87800A71-3BBF-476D-8DE3-EF1739E062D8}" dt="2024-11-28T13:59:06.498" v="411" actId="1035"/>
          <ac:graphicFrameMkLst>
            <pc:docMk/>
            <pc:sldMk cId="3486775912" sldId="266"/>
            <ac:graphicFrameMk id="6" creationId="{5FDA5B74-55F7-98DA-A8A1-2B2D0BB858F7}"/>
          </ac:graphicFrameMkLst>
        </pc:graphicFrameChg>
      </pc:sldChg>
      <pc:sldChg chg="addSp delSp modSp new mod modClrScheme chgLayout">
        <pc:chgData name="anuriyaraveendran123@gmail.com" userId="dcd12eb41bb3191b" providerId="LiveId" clId="{87800A71-3BBF-476D-8DE3-EF1739E062D8}" dt="2024-11-30T07:00:48.211" v="1310" actId="1036"/>
        <pc:sldMkLst>
          <pc:docMk/>
          <pc:sldMk cId="3024796873" sldId="267"/>
        </pc:sldMkLst>
        <pc:spChg chg="del">
          <ac:chgData name="anuriyaraveendran123@gmail.com" userId="dcd12eb41bb3191b" providerId="LiveId" clId="{87800A71-3BBF-476D-8DE3-EF1739E062D8}" dt="2024-11-28T13:59:24.002" v="412" actId="700"/>
          <ac:spMkLst>
            <pc:docMk/>
            <pc:sldMk cId="3024796873" sldId="267"/>
            <ac:spMk id="2" creationId="{869B5964-615E-2AC6-32AD-C757A9A10128}"/>
          </ac:spMkLst>
        </pc:spChg>
        <pc:spChg chg="del">
          <ac:chgData name="anuriyaraveendran123@gmail.com" userId="dcd12eb41bb3191b" providerId="LiveId" clId="{87800A71-3BBF-476D-8DE3-EF1739E062D8}" dt="2024-11-28T13:59:24.002" v="412" actId="700"/>
          <ac:spMkLst>
            <pc:docMk/>
            <pc:sldMk cId="3024796873" sldId="267"/>
            <ac:spMk id="3" creationId="{948DA6AC-02E1-9AB6-215C-8428375433A7}"/>
          </ac:spMkLst>
        </pc:spChg>
        <pc:spChg chg="add mod ord">
          <ac:chgData name="anuriyaraveendran123@gmail.com" userId="dcd12eb41bb3191b" providerId="LiveId" clId="{87800A71-3BBF-476D-8DE3-EF1739E062D8}" dt="2024-11-28T15:07:35.609" v="858" actId="20577"/>
          <ac:spMkLst>
            <pc:docMk/>
            <pc:sldMk cId="3024796873" sldId="267"/>
            <ac:spMk id="5" creationId="{BDC0177B-4494-EE98-0E20-0B9E90513315}"/>
          </ac:spMkLst>
        </pc:spChg>
        <pc:graphicFrameChg chg="mod">
          <ac:chgData name="anuriyaraveendran123@gmail.com" userId="dcd12eb41bb3191b" providerId="LiveId" clId="{87800A71-3BBF-476D-8DE3-EF1739E062D8}" dt="2024-11-30T07:00:48.211" v="1310" actId="1036"/>
          <ac:graphicFrameMkLst>
            <pc:docMk/>
            <pc:sldMk cId="3024796873" sldId="267"/>
            <ac:graphicFrameMk id="4" creationId="{67CA6591-0322-18BF-AF2F-E2CE8F3F9BCE}"/>
          </ac:graphicFrameMkLst>
        </pc:graphicFrameChg>
      </pc:sldChg>
      <pc:sldChg chg="new del ord">
        <pc:chgData name="anuriyaraveendran123@gmail.com" userId="dcd12eb41bb3191b" providerId="LiveId" clId="{87800A71-3BBF-476D-8DE3-EF1739E062D8}" dt="2024-11-28T14:17:23.594" v="538" actId="2696"/>
        <pc:sldMkLst>
          <pc:docMk/>
          <pc:sldMk cId="2906560381" sldId="268"/>
        </pc:sldMkLst>
      </pc:sldChg>
      <pc:sldChg chg="addSp modSp new mod modClrScheme chgLayout">
        <pc:chgData name="anuriyaraveendran123@gmail.com" userId="dcd12eb41bb3191b" providerId="LiveId" clId="{87800A71-3BBF-476D-8DE3-EF1739E062D8}" dt="2024-11-29T15:31:24.011" v="1309" actId="20577"/>
        <pc:sldMkLst>
          <pc:docMk/>
          <pc:sldMk cId="2737336782" sldId="269"/>
        </pc:sldMkLst>
        <pc:spChg chg="add mod">
          <ac:chgData name="anuriyaraveendran123@gmail.com" userId="dcd12eb41bb3191b" providerId="LiveId" clId="{87800A71-3BBF-476D-8DE3-EF1739E062D8}" dt="2024-11-28T14:17:53.922" v="565" actId="27636"/>
          <ac:spMkLst>
            <pc:docMk/>
            <pc:sldMk cId="2737336782" sldId="269"/>
            <ac:spMk id="2" creationId="{11191F99-5476-D3C7-6C0F-B26FCC951774}"/>
          </ac:spMkLst>
        </pc:spChg>
        <pc:spChg chg="add mod">
          <ac:chgData name="anuriyaraveendran123@gmail.com" userId="dcd12eb41bb3191b" providerId="LiveId" clId="{87800A71-3BBF-476D-8DE3-EF1739E062D8}" dt="2024-11-29T15:31:24.011" v="1309" actId="20577"/>
          <ac:spMkLst>
            <pc:docMk/>
            <pc:sldMk cId="2737336782" sldId="269"/>
            <ac:spMk id="3" creationId="{A01BDCAA-07EB-63A7-8B54-7272847B2F0D}"/>
          </ac:spMkLst>
        </pc:spChg>
      </pc:sldChg>
      <pc:sldChg chg="addSp delSp modSp new mod">
        <pc:chgData name="anuriyaraveendran123@gmail.com" userId="dcd12eb41bb3191b" providerId="LiveId" clId="{87800A71-3BBF-476D-8DE3-EF1739E062D8}" dt="2024-11-30T08:11:20.858" v="1461"/>
        <pc:sldMkLst>
          <pc:docMk/>
          <pc:sldMk cId="3520369241" sldId="270"/>
        </pc:sldMkLst>
        <pc:spChg chg="mod">
          <ac:chgData name="anuriyaraveendran123@gmail.com" userId="dcd12eb41bb3191b" providerId="LiveId" clId="{87800A71-3BBF-476D-8DE3-EF1739E062D8}" dt="2024-11-28T15:01:52.601" v="815" actId="1076"/>
          <ac:spMkLst>
            <pc:docMk/>
            <pc:sldMk cId="3520369241" sldId="270"/>
            <ac:spMk id="2" creationId="{DFC0DEC1-4EA0-ADAC-6F25-44B9D3B91D52}"/>
          </ac:spMkLst>
        </pc:spChg>
        <pc:spChg chg="del">
          <ac:chgData name="anuriyaraveendran123@gmail.com" userId="dcd12eb41bb3191b" providerId="LiveId" clId="{87800A71-3BBF-476D-8DE3-EF1739E062D8}" dt="2024-11-28T14:55:48.491" v="688" actId="931"/>
          <ac:spMkLst>
            <pc:docMk/>
            <pc:sldMk cId="3520369241" sldId="270"/>
            <ac:spMk id="3" creationId="{D236AF1D-C317-53B5-312F-66A65390A58E}"/>
          </ac:spMkLst>
        </pc:spChg>
        <pc:spChg chg="add mod">
          <ac:chgData name="anuriyaraveendran123@gmail.com" userId="dcd12eb41bb3191b" providerId="LiveId" clId="{87800A71-3BBF-476D-8DE3-EF1739E062D8}" dt="2024-11-28T15:00:21.553" v="760" actId="767"/>
          <ac:spMkLst>
            <pc:docMk/>
            <pc:sldMk cId="3520369241" sldId="270"/>
            <ac:spMk id="6" creationId="{907BD86F-F99A-9A2B-8ABD-7C709CE456AA}"/>
          </ac:spMkLst>
        </pc:spChg>
        <pc:spChg chg="add mod">
          <ac:chgData name="anuriyaraveendran123@gmail.com" userId="dcd12eb41bb3191b" providerId="LiveId" clId="{87800A71-3BBF-476D-8DE3-EF1739E062D8}" dt="2024-11-28T15:51:40.478" v="1277" actId="1076"/>
          <ac:spMkLst>
            <pc:docMk/>
            <pc:sldMk cId="3520369241" sldId="270"/>
            <ac:spMk id="7" creationId="{58D71823-B47D-1CD3-1EB0-C1F783E79024}"/>
          </ac:spMkLst>
        </pc:spChg>
        <pc:picChg chg="add mod modCrop">
          <ac:chgData name="anuriyaraveendran123@gmail.com" userId="dcd12eb41bb3191b" providerId="LiveId" clId="{87800A71-3BBF-476D-8DE3-EF1739E062D8}" dt="2024-11-30T08:11:20.858" v="1461"/>
          <ac:picMkLst>
            <pc:docMk/>
            <pc:sldMk cId="3520369241" sldId="270"/>
            <ac:picMk id="5" creationId="{62E046B4-9D89-0870-57A3-F8D5EDB27205}"/>
          </ac:picMkLst>
        </pc:picChg>
      </pc:sldChg>
      <pc:sldChg chg="addSp delSp modSp new mod">
        <pc:chgData name="anuriyaraveendran123@gmail.com" userId="dcd12eb41bb3191b" providerId="LiveId" clId="{87800A71-3BBF-476D-8DE3-EF1739E062D8}" dt="2024-11-28T15:19:47.092" v="944" actId="1076"/>
        <pc:sldMkLst>
          <pc:docMk/>
          <pc:sldMk cId="2607029637" sldId="271"/>
        </pc:sldMkLst>
        <pc:spChg chg="mod">
          <ac:chgData name="anuriyaraveendran123@gmail.com" userId="dcd12eb41bb3191b" providerId="LiveId" clId="{87800A71-3BBF-476D-8DE3-EF1739E062D8}" dt="2024-11-28T15:08:46.999" v="884" actId="14100"/>
          <ac:spMkLst>
            <pc:docMk/>
            <pc:sldMk cId="2607029637" sldId="271"/>
            <ac:spMk id="2" creationId="{DE6D4BBA-7C30-631F-8E9D-90F1BF713256}"/>
          </ac:spMkLst>
        </pc:spChg>
        <pc:spChg chg="del">
          <ac:chgData name="anuriyaraveendran123@gmail.com" userId="dcd12eb41bb3191b" providerId="LiveId" clId="{87800A71-3BBF-476D-8DE3-EF1739E062D8}" dt="2024-11-28T15:11:10.603" v="885" actId="931"/>
          <ac:spMkLst>
            <pc:docMk/>
            <pc:sldMk cId="2607029637" sldId="271"/>
            <ac:spMk id="3" creationId="{612FFE81-BD9A-CC2E-7BD3-4EAC35DF2069}"/>
          </ac:spMkLst>
        </pc:spChg>
        <pc:spChg chg="add del mod">
          <ac:chgData name="anuriyaraveendran123@gmail.com" userId="dcd12eb41bb3191b" providerId="LiveId" clId="{87800A71-3BBF-476D-8DE3-EF1739E062D8}" dt="2024-11-28T15:18:48.472" v="929" actId="931"/>
          <ac:spMkLst>
            <pc:docMk/>
            <pc:sldMk cId="2607029637" sldId="271"/>
            <ac:spMk id="9" creationId="{B4C4E222-8BC1-E17F-E994-1DA9CF4EB2B2}"/>
          </ac:spMkLst>
        </pc:spChg>
        <pc:picChg chg="add del mod modCrop">
          <ac:chgData name="anuriyaraveendran123@gmail.com" userId="dcd12eb41bb3191b" providerId="LiveId" clId="{87800A71-3BBF-476D-8DE3-EF1739E062D8}" dt="2024-11-28T15:18:37.098" v="928" actId="21"/>
          <ac:picMkLst>
            <pc:docMk/>
            <pc:sldMk cId="2607029637" sldId="271"/>
            <ac:picMk id="5" creationId="{D9E543CB-D28D-0CFD-F1A2-A93EA4CF805E}"/>
          </ac:picMkLst>
        </pc:picChg>
        <pc:picChg chg="add mod modCrop">
          <ac:chgData name="anuriyaraveendran123@gmail.com" userId="dcd12eb41bb3191b" providerId="LiveId" clId="{87800A71-3BBF-476D-8DE3-EF1739E062D8}" dt="2024-11-28T15:14:57.827" v="919" actId="14100"/>
          <ac:picMkLst>
            <pc:docMk/>
            <pc:sldMk cId="2607029637" sldId="271"/>
            <ac:picMk id="7" creationId="{65892037-CF99-FD13-7C31-20660F9D9380}"/>
          </ac:picMkLst>
        </pc:picChg>
        <pc:picChg chg="add mod modCrop">
          <ac:chgData name="anuriyaraveendran123@gmail.com" userId="dcd12eb41bb3191b" providerId="LiveId" clId="{87800A71-3BBF-476D-8DE3-EF1739E062D8}" dt="2024-11-28T15:19:47.092" v="944" actId="1076"/>
          <ac:picMkLst>
            <pc:docMk/>
            <pc:sldMk cId="2607029637" sldId="271"/>
            <ac:picMk id="11" creationId="{87E56BEE-959F-2A39-FC3E-D7B0A0DC765C}"/>
          </ac:picMkLst>
        </pc:picChg>
      </pc:sldChg>
      <pc:sldChg chg="addSp delSp modSp new mod modClrScheme chgLayout">
        <pc:chgData name="anuriyaraveendran123@gmail.com" userId="dcd12eb41bb3191b" providerId="LiveId" clId="{87800A71-3BBF-476D-8DE3-EF1739E062D8}" dt="2024-11-28T15:21:43.575" v="961" actId="14100"/>
        <pc:sldMkLst>
          <pc:docMk/>
          <pc:sldMk cId="3289296578" sldId="272"/>
        </pc:sldMkLst>
        <pc:spChg chg="del">
          <ac:chgData name="anuriyaraveendran123@gmail.com" userId="dcd12eb41bb3191b" providerId="LiveId" clId="{87800A71-3BBF-476D-8DE3-EF1739E062D8}" dt="2024-11-28T15:15:23.065" v="921" actId="700"/>
          <ac:spMkLst>
            <pc:docMk/>
            <pc:sldMk cId="3289296578" sldId="272"/>
            <ac:spMk id="2" creationId="{890CA6D6-9F85-2E20-C4FA-EBB020B14136}"/>
          </ac:spMkLst>
        </pc:spChg>
        <pc:spChg chg="del">
          <ac:chgData name="anuriyaraveendran123@gmail.com" userId="dcd12eb41bb3191b" providerId="LiveId" clId="{87800A71-3BBF-476D-8DE3-EF1739E062D8}" dt="2024-11-28T15:15:23.065" v="921" actId="700"/>
          <ac:spMkLst>
            <pc:docMk/>
            <pc:sldMk cId="3289296578" sldId="272"/>
            <ac:spMk id="3" creationId="{6A4B5060-F2CD-6657-16DE-CEA889275F5F}"/>
          </ac:spMkLst>
        </pc:spChg>
        <pc:picChg chg="add mod modCrop">
          <ac:chgData name="anuriyaraveendran123@gmail.com" userId="dcd12eb41bb3191b" providerId="LiveId" clId="{87800A71-3BBF-476D-8DE3-EF1739E062D8}" dt="2024-11-28T15:21:43.575" v="961" actId="14100"/>
          <ac:picMkLst>
            <pc:docMk/>
            <pc:sldMk cId="3289296578" sldId="272"/>
            <ac:picMk id="5" creationId="{CAE77B4E-B2DE-D779-A035-7B1F38E75B00}"/>
          </ac:picMkLst>
        </pc:picChg>
        <pc:picChg chg="add mod modCrop">
          <ac:chgData name="anuriyaraveendran123@gmail.com" userId="dcd12eb41bb3191b" providerId="LiveId" clId="{87800A71-3BBF-476D-8DE3-EF1739E062D8}" dt="2024-11-28T15:21:36.584" v="960" actId="1076"/>
          <ac:picMkLst>
            <pc:docMk/>
            <pc:sldMk cId="3289296578" sldId="272"/>
            <ac:picMk id="7" creationId="{CCD83914-88AF-BE9A-CC4F-9B7CA1A3F454}"/>
          </ac:picMkLst>
        </pc:picChg>
      </pc:sldChg>
      <pc:sldChg chg="addSp delSp modSp new mod">
        <pc:chgData name="anuriyaraveendran123@gmail.com" userId="dcd12eb41bb3191b" providerId="LiveId" clId="{87800A71-3BBF-476D-8DE3-EF1739E062D8}" dt="2024-11-28T15:26:10.684" v="997" actId="14100"/>
        <pc:sldMkLst>
          <pc:docMk/>
          <pc:sldMk cId="2215187351" sldId="273"/>
        </pc:sldMkLst>
        <pc:picChg chg="add del mod modCrop">
          <ac:chgData name="anuriyaraveendran123@gmail.com" userId="dcd12eb41bb3191b" providerId="LiveId" clId="{87800A71-3BBF-476D-8DE3-EF1739E062D8}" dt="2024-11-28T15:23:44.713" v="968" actId="21"/>
          <ac:picMkLst>
            <pc:docMk/>
            <pc:sldMk cId="2215187351" sldId="273"/>
            <ac:picMk id="3" creationId="{3EC0B150-6967-0B50-9BA2-39E46B733E98}"/>
          </ac:picMkLst>
        </pc:picChg>
        <pc:picChg chg="add mod modCrop">
          <ac:chgData name="anuriyaraveendran123@gmail.com" userId="dcd12eb41bb3191b" providerId="LiveId" clId="{87800A71-3BBF-476D-8DE3-EF1739E062D8}" dt="2024-11-28T15:25:54.947" v="993" actId="14100"/>
          <ac:picMkLst>
            <pc:docMk/>
            <pc:sldMk cId="2215187351" sldId="273"/>
            <ac:picMk id="5" creationId="{344078E7-BA32-36CF-963F-AD70CA43093F}"/>
          </ac:picMkLst>
        </pc:picChg>
        <pc:picChg chg="add mod modCrop">
          <ac:chgData name="anuriyaraveendran123@gmail.com" userId="dcd12eb41bb3191b" providerId="LiveId" clId="{87800A71-3BBF-476D-8DE3-EF1739E062D8}" dt="2024-11-28T15:26:10.684" v="997" actId="14100"/>
          <ac:picMkLst>
            <pc:docMk/>
            <pc:sldMk cId="2215187351" sldId="273"/>
            <ac:picMk id="7" creationId="{07E28AB5-C686-5706-B891-717925F24258}"/>
          </ac:picMkLst>
        </pc:picChg>
      </pc:sldChg>
      <pc:sldChg chg="addSp delSp modSp new mod modClrScheme chgLayout">
        <pc:chgData name="anuriyaraveendran123@gmail.com" userId="dcd12eb41bb3191b" providerId="LiveId" clId="{87800A71-3BBF-476D-8DE3-EF1739E062D8}" dt="2024-11-28T15:47:05.697" v="1264" actId="1076"/>
        <pc:sldMkLst>
          <pc:docMk/>
          <pc:sldMk cId="1908315194" sldId="274"/>
        </pc:sldMkLst>
        <pc:spChg chg="add del mod ord">
          <ac:chgData name="anuriyaraveendran123@gmail.com" userId="dcd12eb41bb3191b" providerId="LiveId" clId="{87800A71-3BBF-476D-8DE3-EF1739E062D8}" dt="2024-11-28T15:46:37.019" v="1250" actId="478"/>
          <ac:spMkLst>
            <pc:docMk/>
            <pc:sldMk cId="1908315194" sldId="274"/>
            <ac:spMk id="2" creationId="{53E67529-16A5-9BFA-490A-F1EF5A7879FC}"/>
          </ac:spMkLst>
        </pc:spChg>
        <pc:spChg chg="add del mod ord">
          <ac:chgData name="anuriyaraveendran123@gmail.com" userId="dcd12eb41bb3191b" providerId="LiveId" clId="{87800A71-3BBF-476D-8DE3-EF1739E062D8}" dt="2024-11-28T15:46:15.111" v="1230" actId="700"/>
          <ac:spMkLst>
            <pc:docMk/>
            <pc:sldMk cId="1908315194" sldId="274"/>
            <ac:spMk id="3" creationId="{E35E4633-D842-6DCD-C30B-C0C431690A86}"/>
          </ac:spMkLst>
        </pc:spChg>
        <pc:spChg chg="add del mod ord">
          <ac:chgData name="anuriyaraveendran123@gmail.com" userId="dcd12eb41bb3191b" providerId="LiveId" clId="{87800A71-3BBF-476D-8DE3-EF1739E062D8}" dt="2024-11-28T15:46:33.928" v="1249" actId="700"/>
          <ac:spMkLst>
            <pc:docMk/>
            <pc:sldMk cId="1908315194" sldId="274"/>
            <ac:spMk id="4" creationId="{60B37E39-4359-AE91-6828-6D01762C37BF}"/>
          </ac:spMkLst>
        </pc:spChg>
        <pc:spChg chg="add mod">
          <ac:chgData name="anuriyaraveendran123@gmail.com" userId="dcd12eb41bb3191b" providerId="LiveId" clId="{87800A71-3BBF-476D-8DE3-EF1739E062D8}" dt="2024-11-28T15:47:05.697" v="1264" actId="1076"/>
          <ac:spMkLst>
            <pc:docMk/>
            <pc:sldMk cId="1908315194" sldId="274"/>
            <ac:spMk id="6" creationId="{23BB7928-376F-FDC9-08DF-C091C4F2D065}"/>
          </ac:spMkLst>
        </pc:spChg>
      </pc:sldChg>
      <pc:sldChg chg="addSp delSp modSp new del mod modClrScheme chgLayout">
        <pc:chgData name="anuriyaraveendran123@gmail.com" userId="dcd12eb41bb3191b" providerId="LiveId" clId="{87800A71-3BBF-476D-8DE3-EF1739E062D8}" dt="2024-11-30T08:08:49.603" v="1459" actId="2696"/>
        <pc:sldMkLst>
          <pc:docMk/>
          <pc:sldMk cId="3526686292" sldId="275"/>
        </pc:sldMkLst>
        <pc:spChg chg="add mod">
          <ac:chgData name="anuriyaraveendran123@gmail.com" userId="dcd12eb41bb3191b" providerId="LiveId" clId="{87800A71-3BBF-476D-8DE3-EF1739E062D8}" dt="2024-11-28T15:43:20.679" v="1152" actId="27636"/>
          <ac:spMkLst>
            <pc:docMk/>
            <pc:sldMk cId="3526686292" sldId="275"/>
            <ac:spMk id="2" creationId="{E2C661D6-40E4-8A22-8470-0D1E01688A71}"/>
          </ac:spMkLst>
        </pc:spChg>
        <pc:spChg chg="add del mod">
          <ac:chgData name="anuriyaraveendran123@gmail.com" userId="dcd12eb41bb3191b" providerId="LiveId" clId="{87800A71-3BBF-476D-8DE3-EF1739E062D8}" dt="2024-11-28T15:36:14.432" v="1044"/>
          <ac:spMkLst>
            <pc:docMk/>
            <pc:sldMk cId="3526686292" sldId="275"/>
            <ac:spMk id="3" creationId="{C4759CD9-8C27-A637-C156-2461B41DE9EB}"/>
          </ac:spMkLst>
        </pc:spChg>
        <pc:spChg chg="add del mod">
          <ac:chgData name="anuriyaraveendran123@gmail.com" userId="dcd12eb41bb3191b" providerId="LiveId" clId="{87800A71-3BBF-476D-8DE3-EF1739E062D8}" dt="2024-11-28T15:45:43.703" v="1229" actId="1076"/>
          <ac:spMkLst>
            <pc:docMk/>
            <pc:sldMk cId="3526686292" sldId="275"/>
            <ac:spMk id="4" creationId="{4AAACC6A-21AF-B842-7E8E-4F03BD2CF6D2}"/>
          </ac:spMkLst>
        </pc:spChg>
        <pc:spChg chg="add del">
          <ac:chgData name="anuriyaraveendran123@gmail.com" userId="dcd12eb41bb3191b" providerId="LiveId" clId="{87800A71-3BBF-476D-8DE3-EF1739E062D8}" dt="2024-11-28T15:42:51.747" v="1149" actId="478"/>
          <ac:spMkLst>
            <pc:docMk/>
            <pc:sldMk cId="3526686292" sldId="275"/>
            <ac:spMk id="5" creationId="{A6FBDF79-DDD6-ECD1-0219-D36F0FB689B2}"/>
          </ac:spMkLst>
        </pc:spChg>
        <pc:spChg chg="add mod">
          <ac:chgData name="anuriyaraveendran123@gmail.com" userId="dcd12eb41bb3191b" providerId="LiveId" clId="{87800A71-3BBF-476D-8DE3-EF1739E062D8}" dt="2024-11-28T15:42:46.043" v="1148" actId="478"/>
          <ac:spMkLst>
            <pc:docMk/>
            <pc:sldMk cId="3526686292" sldId="275"/>
            <ac:spMk id="6" creationId="{67BB62DE-E249-1CB9-3E03-DAA85E76A17A}"/>
          </ac:spMkLst>
        </pc:spChg>
        <pc:spChg chg="add">
          <ac:chgData name="anuriyaraveendran123@gmail.com" userId="dcd12eb41bb3191b" providerId="LiveId" clId="{87800A71-3BBF-476D-8DE3-EF1739E062D8}" dt="2024-11-28T15:43:49.976" v="1157"/>
          <ac:spMkLst>
            <pc:docMk/>
            <pc:sldMk cId="3526686292" sldId="275"/>
            <ac:spMk id="7" creationId="{62DFD8AA-5DD1-E4A8-FEA8-1D8CE01EF444}"/>
          </ac:spMkLst>
        </pc:spChg>
      </pc:sldChg>
      <pc:sldChg chg="modSp new mod">
        <pc:chgData name="anuriyaraveendran123@gmail.com" userId="dcd12eb41bb3191b" providerId="LiveId" clId="{87800A71-3BBF-476D-8DE3-EF1739E062D8}" dt="2024-12-01T13:27:21.702" v="1875"/>
        <pc:sldMkLst>
          <pc:docMk/>
          <pc:sldMk cId="496625900" sldId="276"/>
        </pc:sldMkLst>
        <pc:spChg chg="mod">
          <ac:chgData name="anuriyaraveendran123@gmail.com" userId="dcd12eb41bb3191b" providerId="LiveId" clId="{87800A71-3BBF-476D-8DE3-EF1739E062D8}" dt="2024-11-30T07:56:25.777" v="1324" actId="1076"/>
          <ac:spMkLst>
            <pc:docMk/>
            <pc:sldMk cId="496625900" sldId="276"/>
            <ac:spMk id="2" creationId="{090CB024-E330-4CBD-965A-C9BBE4582A9B}"/>
          </ac:spMkLst>
        </pc:spChg>
        <pc:spChg chg="mod">
          <ac:chgData name="anuriyaraveendran123@gmail.com" userId="dcd12eb41bb3191b" providerId="LiveId" clId="{87800A71-3BBF-476D-8DE3-EF1739E062D8}" dt="2024-12-01T13:27:21.702" v="1875"/>
          <ac:spMkLst>
            <pc:docMk/>
            <pc:sldMk cId="496625900" sldId="276"/>
            <ac:spMk id="3" creationId="{5A9140A8-619D-D0EA-03E8-078954C62FF9}"/>
          </ac:spMkLst>
        </pc:spChg>
      </pc:sldChg>
      <pc:sldChg chg="modSp new mod">
        <pc:chgData name="anuriyaraveendran123@gmail.com" userId="dcd12eb41bb3191b" providerId="LiveId" clId="{87800A71-3BBF-476D-8DE3-EF1739E062D8}" dt="2024-12-01T13:27:21.702" v="1875"/>
        <pc:sldMkLst>
          <pc:docMk/>
          <pc:sldMk cId="3508586650" sldId="277"/>
        </pc:sldMkLst>
        <pc:spChg chg="mod">
          <ac:chgData name="anuriyaraveendran123@gmail.com" userId="dcd12eb41bb3191b" providerId="LiveId" clId="{87800A71-3BBF-476D-8DE3-EF1739E062D8}" dt="2024-11-30T08:02:36.955" v="1375" actId="1076"/>
          <ac:spMkLst>
            <pc:docMk/>
            <pc:sldMk cId="3508586650" sldId="277"/>
            <ac:spMk id="2" creationId="{CF789934-5B09-A83A-5E7A-218FAE2FCD8F}"/>
          </ac:spMkLst>
        </pc:spChg>
        <pc:spChg chg="mod">
          <ac:chgData name="anuriyaraveendran123@gmail.com" userId="dcd12eb41bb3191b" providerId="LiveId" clId="{87800A71-3BBF-476D-8DE3-EF1739E062D8}" dt="2024-12-01T13:27:21.702" v="1875"/>
          <ac:spMkLst>
            <pc:docMk/>
            <pc:sldMk cId="3508586650" sldId="277"/>
            <ac:spMk id="3" creationId="{12FCCAFF-239A-D741-C70A-52AE8570B1B7}"/>
          </ac:spMkLst>
        </pc:spChg>
      </pc:sldChg>
      <pc:sldChg chg="addSp delSp modSp new del mod">
        <pc:chgData name="anuriyaraveendran123@gmail.com" userId="dcd12eb41bb3191b" providerId="LiveId" clId="{87800A71-3BBF-476D-8DE3-EF1739E062D8}" dt="2024-11-30T17:38:26.802" v="1703" actId="2696"/>
        <pc:sldMkLst>
          <pc:docMk/>
          <pc:sldMk cId="4181564216" sldId="278"/>
        </pc:sldMkLst>
        <pc:spChg chg="mod">
          <ac:chgData name="anuriyaraveendran123@gmail.com" userId="dcd12eb41bb3191b" providerId="LiveId" clId="{87800A71-3BBF-476D-8DE3-EF1739E062D8}" dt="2024-11-30T17:22:14.960" v="1489" actId="20577"/>
          <ac:spMkLst>
            <pc:docMk/>
            <pc:sldMk cId="4181564216" sldId="278"/>
            <ac:spMk id="2" creationId="{2BFCD1C4-3718-025F-02F1-4614F944B80B}"/>
          </ac:spMkLst>
        </pc:spChg>
        <pc:spChg chg="del mod">
          <ac:chgData name="anuriyaraveendran123@gmail.com" userId="dcd12eb41bb3191b" providerId="LiveId" clId="{87800A71-3BBF-476D-8DE3-EF1739E062D8}" dt="2024-11-30T17:25:57.626" v="1494"/>
          <ac:spMkLst>
            <pc:docMk/>
            <pc:sldMk cId="4181564216" sldId="278"/>
            <ac:spMk id="3" creationId="{1A44B7CD-15FA-01F5-A2F5-6BACC9AB2F70}"/>
          </ac:spMkLst>
        </pc:spChg>
        <pc:spChg chg="add mod">
          <ac:chgData name="anuriyaraveendran123@gmail.com" userId="dcd12eb41bb3191b" providerId="LiveId" clId="{87800A71-3BBF-476D-8DE3-EF1739E062D8}" dt="2024-11-30T17:26:59.733" v="1500" actId="14100"/>
          <ac:spMkLst>
            <pc:docMk/>
            <pc:sldMk cId="4181564216" sldId="278"/>
            <ac:spMk id="4" creationId="{3A550B3E-92C9-CC2E-B06A-9238A641E67E}"/>
          </ac:spMkLst>
        </pc:spChg>
      </pc:sldChg>
      <pc:sldChg chg="addSp delSp modSp new mod">
        <pc:chgData name="anuriyaraveendran123@gmail.com" userId="dcd12eb41bb3191b" providerId="LiveId" clId="{87800A71-3BBF-476D-8DE3-EF1739E062D8}" dt="2024-12-01T13:27:21.702" v="1875"/>
        <pc:sldMkLst>
          <pc:docMk/>
          <pc:sldMk cId="2396660361" sldId="279"/>
        </pc:sldMkLst>
        <pc:spChg chg="mod">
          <ac:chgData name="anuriyaraveendran123@gmail.com" userId="dcd12eb41bb3191b" providerId="LiveId" clId="{87800A71-3BBF-476D-8DE3-EF1739E062D8}" dt="2024-11-30T17:27:38.248" v="1528" actId="1076"/>
          <ac:spMkLst>
            <pc:docMk/>
            <pc:sldMk cId="2396660361" sldId="279"/>
            <ac:spMk id="2" creationId="{DD07B90C-0E7D-6C2B-F0EA-1F98D6DF9D26}"/>
          </ac:spMkLst>
        </pc:spChg>
        <pc:spChg chg="add del mod">
          <ac:chgData name="anuriyaraveendran123@gmail.com" userId="dcd12eb41bb3191b" providerId="LiveId" clId="{87800A71-3BBF-476D-8DE3-EF1739E062D8}" dt="2024-12-01T13:27:21.702" v="1875"/>
          <ac:spMkLst>
            <pc:docMk/>
            <pc:sldMk cId="2396660361" sldId="279"/>
            <ac:spMk id="3" creationId="{F619C812-3C44-9226-0624-41DE176F81A6}"/>
          </ac:spMkLst>
        </pc:spChg>
        <pc:spChg chg="add mod">
          <ac:chgData name="anuriyaraveendran123@gmail.com" userId="dcd12eb41bb3191b" providerId="LiveId" clId="{87800A71-3BBF-476D-8DE3-EF1739E062D8}" dt="2024-11-30T17:28:04.441" v="1562"/>
          <ac:spMkLst>
            <pc:docMk/>
            <pc:sldMk cId="2396660361" sldId="279"/>
            <ac:spMk id="4" creationId="{D309E06C-41B5-ADCA-C125-A1F3E737223D}"/>
          </ac:spMkLst>
        </pc:spChg>
      </pc:sldChg>
      <pc:sldChg chg="modSp new mod">
        <pc:chgData name="anuriyaraveendran123@gmail.com" userId="dcd12eb41bb3191b" providerId="LiveId" clId="{87800A71-3BBF-476D-8DE3-EF1739E062D8}" dt="2024-12-01T13:27:21.702" v="1875"/>
        <pc:sldMkLst>
          <pc:docMk/>
          <pc:sldMk cId="1434272056" sldId="280"/>
        </pc:sldMkLst>
        <pc:spChg chg="mod">
          <ac:chgData name="anuriyaraveendran123@gmail.com" userId="dcd12eb41bb3191b" providerId="LiveId" clId="{87800A71-3BBF-476D-8DE3-EF1739E062D8}" dt="2024-11-30T18:31:14.475" v="1721" actId="1076"/>
          <ac:spMkLst>
            <pc:docMk/>
            <pc:sldMk cId="1434272056" sldId="280"/>
            <ac:spMk id="2" creationId="{013A5084-FBD7-5EB1-22F6-2453AF489349}"/>
          </ac:spMkLst>
        </pc:spChg>
        <pc:spChg chg="mod">
          <ac:chgData name="anuriyaraveendran123@gmail.com" userId="dcd12eb41bb3191b" providerId="LiveId" clId="{87800A71-3BBF-476D-8DE3-EF1739E062D8}" dt="2024-12-01T13:27:21.702" v="1875"/>
          <ac:spMkLst>
            <pc:docMk/>
            <pc:sldMk cId="1434272056" sldId="280"/>
            <ac:spMk id="3" creationId="{C0177933-7908-9109-7C25-E8214D071ABF}"/>
          </ac:spMkLst>
        </pc:spChg>
      </pc:sldChg>
      <pc:sldChg chg="new del">
        <pc:chgData name="anuriyaraveendran123@gmail.com" userId="dcd12eb41bb3191b" providerId="LiveId" clId="{87800A71-3BBF-476D-8DE3-EF1739E062D8}" dt="2024-11-30T18:13:42.491" v="1709" actId="2696"/>
        <pc:sldMkLst>
          <pc:docMk/>
          <pc:sldMk cId="2561167040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2C8DD-7853-4AAA-B7DA-07FD0A0F2BBA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F5A51-4175-420F-BB15-57338CBE7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858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2963-FC90-430D-B01A-61C0D8FC62BC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1F93-0731-4361-ACAA-418C57000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614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2963-FC90-430D-B01A-61C0D8FC62BC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1F93-0731-4361-ACAA-418C57000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70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2963-FC90-430D-B01A-61C0D8FC62BC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1F93-0731-4361-ACAA-418C57000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584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2963-FC90-430D-B01A-61C0D8FC62BC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1F93-0731-4361-ACAA-418C57000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14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2963-FC90-430D-B01A-61C0D8FC62BC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1F93-0731-4361-ACAA-418C5700041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847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2963-FC90-430D-B01A-61C0D8FC62BC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1F93-0731-4361-ACAA-418C57000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374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2963-FC90-430D-B01A-61C0D8FC62BC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1F93-0731-4361-ACAA-418C57000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864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2963-FC90-430D-B01A-61C0D8FC62BC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1F93-0731-4361-ACAA-418C57000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572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CCD2963-FC90-430D-B01A-61C0D8FC62BC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1F93-0731-4361-ACAA-418C57000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8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2963-FC90-430D-B01A-61C0D8FC62BC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1F93-0731-4361-ACAA-418C57000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032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2963-FC90-430D-B01A-61C0D8FC62BC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1F93-0731-4361-ACAA-418C57000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16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CCD2963-FC90-430D-B01A-61C0D8FC62BC}" type="datetimeFigureOut">
              <a:rPr lang="en-IN" smtClean="0"/>
              <a:t>01-12-2024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1A61F93-0731-4361-ACAA-418C57000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99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file:///C:\Users\HP\AppData\Local\Temp\d1e3d809-9906-49b7-b2ed-00f0c8364e1a_diabetes_prediction_dataset.csv.zip.e1a\diabetes_prediction_dataset.csv!diabetes_prediction_dataset!R1C1:R16C9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5FAA4-4932-C172-D1D5-8AF38119E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984356"/>
            <a:ext cx="11120284" cy="5200134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Algerian" panose="04020705040A02060702" pitchFamily="82" charset="0"/>
              </a:rPr>
              <a:t>Diabetic prediction</a:t>
            </a:r>
            <a:br>
              <a:rPr lang="en-US" sz="4800" dirty="0">
                <a:latin typeface="Algerian" panose="04020705040A02060702" pitchFamily="82" charset="0"/>
              </a:rPr>
            </a:br>
            <a:br>
              <a:rPr lang="en-US" sz="4800" dirty="0">
                <a:latin typeface="Algerian" panose="04020705040A02060702" pitchFamily="82" charset="0"/>
              </a:rPr>
            </a:b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2400" dirty="0">
                <a:latin typeface="Algerian" panose="04020705040A02060702" pitchFamily="82" charset="0"/>
              </a:rPr>
              <a:t>by : </a:t>
            </a:r>
            <a:r>
              <a:rPr lang="en-US" sz="2400" dirty="0" err="1">
                <a:latin typeface="Algerian" panose="04020705040A02060702" pitchFamily="82" charset="0"/>
              </a:rPr>
              <a:t>anuriya</a:t>
            </a:r>
            <a:r>
              <a:rPr lang="en-US" sz="2400" dirty="0">
                <a:latin typeface="Algerian" panose="04020705040A02060702" pitchFamily="82" charset="0"/>
              </a:rPr>
              <a:t> Raveendran</a:t>
            </a:r>
            <a:br>
              <a:rPr lang="en-US" sz="2400" dirty="0">
                <a:latin typeface="Algerian" panose="04020705040A02060702" pitchFamily="82" charset="0"/>
              </a:rPr>
            </a:br>
            <a:r>
              <a:rPr lang="en-US" sz="2400" dirty="0">
                <a:latin typeface="Algerian" panose="04020705040A02060702" pitchFamily="82" charset="0"/>
              </a:rPr>
              <a:t>on: 2/12/24</a:t>
            </a:r>
            <a:br>
              <a:rPr lang="en-US" sz="4800" dirty="0">
                <a:latin typeface="Algerian" panose="04020705040A02060702" pitchFamily="82" charset="0"/>
              </a:rPr>
            </a:br>
            <a:endParaRPr lang="en-IN" sz="4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389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BBFBC-69B3-4C54-5F85-7030F9214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betic">
            <a:extLst>
              <a:ext uri="{FF2B5EF4-FFF2-40B4-BE49-F238E27FC236}">
                <a16:creationId xmlns:a16="http://schemas.microsoft.com/office/drawing/2014/main" id="{E149B432-B06D-3162-8304-8DA81B73B02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6" y="29496"/>
            <a:ext cx="12054348" cy="68278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BA8ED0-30DD-A0AF-7E49-31BC453C287E}"/>
              </a:ext>
            </a:extLst>
          </p:cNvPr>
          <p:cNvSpPr txBox="1"/>
          <p:nvPr/>
        </p:nvSpPr>
        <p:spPr>
          <a:xfrm>
            <a:off x="3414252" y="5517197"/>
            <a:ext cx="10830232" cy="923330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5400" b="1" spc="5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Aharoni" panose="02010803020104030203" pitchFamily="2" charset="-79"/>
              </a:rPr>
              <a:t>What’s diabetics?</a:t>
            </a:r>
            <a:endParaRPr lang="en-IN" sz="5400" b="1" spc="50" dirty="0">
              <a:ln w="0"/>
              <a:solidFill>
                <a:srgbClr val="002060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+mj-lt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72288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9F8B-B734-EF60-5639-9341419BC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01445"/>
            <a:ext cx="7729728" cy="698091"/>
          </a:xfrm>
        </p:spPr>
        <p:txBody>
          <a:bodyPr>
            <a:normAutofit fontScale="90000"/>
          </a:bodyPr>
          <a:lstStyle/>
          <a:p>
            <a:r>
              <a:rPr lang="en-US" dirty="0"/>
              <a:t>AIM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6B854-DE89-B86D-2D67-F3F577C4C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8464" y="2261419"/>
            <a:ext cx="10245211" cy="4011562"/>
          </a:xfrm>
        </p:spPr>
        <p:txBody>
          <a:bodyPr/>
          <a:lstStyle/>
          <a:p>
            <a:r>
              <a:rPr lang="en-US" sz="2400" dirty="0"/>
              <a:t>The aim of this project is predicting diabetes risk using the machine learning.  We are using patient’s demographic and clinical features which includes the age , gender , insulin level , blood pressure </a:t>
            </a:r>
            <a:r>
              <a:rPr lang="en-US" sz="2400" dirty="0" err="1"/>
              <a:t>etc</a:t>
            </a:r>
            <a:r>
              <a:rPr lang="en-US" sz="2400" dirty="0"/>
              <a:t> . </a:t>
            </a:r>
          </a:p>
          <a:p>
            <a:endParaRPr lang="en-US" sz="2400" dirty="0"/>
          </a:p>
          <a:p>
            <a:r>
              <a:rPr lang="en-US" sz="2400" dirty="0"/>
              <a:t>This project will empower healthcare providers to make data-driven decisions, leading to earlier interventions and better patient outcomes in a healthier manner.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3884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F7F6-8C71-762D-E0BC-556BB9983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43582"/>
            <a:ext cx="7729728" cy="805115"/>
          </a:xfrm>
        </p:spPr>
        <p:txBody>
          <a:bodyPr/>
          <a:lstStyle/>
          <a:p>
            <a:r>
              <a:rPr lang="en-US" dirty="0"/>
              <a:t>Problem statement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16314-FBD9-0EA8-4BAA-8B81731A6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336" y="1969450"/>
            <a:ext cx="10373031" cy="42199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The early diagnosis of diabetes is crucial for effective management and prevention.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However, manual analysis of patient data is time-consuming and prone to errors.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 This project aims to automate and improve diabetes prediction accuracy using machine learning.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557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5084-FBD7-5EB1-22F6-2453AF489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2813" y="453414"/>
            <a:ext cx="7729728" cy="559308"/>
          </a:xfrm>
        </p:spPr>
        <p:txBody>
          <a:bodyPr>
            <a:normAutofit fontScale="90000"/>
          </a:bodyPr>
          <a:lstStyle/>
          <a:p>
            <a:r>
              <a:rPr lang="en-US" dirty="0"/>
              <a:t>Scope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7933-7908-9109-7C25-E8214D071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1307690"/>
            <a:ext cx="9675729" cy="532908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Statistical Insights</a:t>
            </a:r>
            <a:r>
              <a:rPr lang="en-US" dirty="0"/>
              <a:t>: Analyze the dataset to determine significant predictors of diabetes.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Visualization</a:t>
            </a:r>
            <a:r>
              <a:rPr lang="en-US" dirty="0"/>
              <a:t>: Use graphs (e.g., count plot, box plots, and heatmaps) to convey relationships and distributions.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Public Health Initiatives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Help governments or organizations target specific populations for diabetes prevention campaigns.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Monitor diabetes trends over time to evaluate the effectiveness of interventions.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Research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Explore the interplay between lifestyle factors (e.g., smoking habits) and diabetes risk.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Study how comorbidities like hypertension and heart disease affect diabetes prediction.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4272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018E-3BAB-ADCB-E7F1-9D5FC2368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43582"/>
            <a:ext cx="7729728" cy="674391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Methodology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CA7BB-BF34-C747-8F07-D301B9CA5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6878" y="2520057"/>
            <a:ext cx="7729728" cy="310198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Importing data and checking</a:t>
            </a:r>
          </a:p>
          <a:p>
            <a:endParaRPr lang="en-US" sz="2400" dirty="0"/>
          </a:p>
          <a:p>
            <a:r>
              <a:rPr lang="en-US" sz="2400" dirty="0"/>
              <a:t>Data Cleaning</a:t>
            </a:r>
          </a:p>
          <a:p>
            <a:endParaRPr lang="en-US" sz="2400" dirty="0"/>
          </a:p>
          <a:p>
            <a:r>
              <a:rPr lang="en-US" sz="2400" dirty="0"/>
              <a:t>Data preprocessing </a:t>
            </a:r>
          </a:p>
          <a:p>
            <a:endParaRPr lang="en-US" sz="2400" dirty="0"/>
          </a:p>
          <a:p>
            <a:r>
              <a:rPr lang="en-US" sz="2400" dirty="0"/>
              <a:t>Exploratory Data Analysis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39156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7CA6591-0322-18BF-AF2F-E2CE8F3F9B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615250"/>
              </p:ext>
            </p:extLst>
          </p:nvPr>
        </p:nvGraphicFramePr>
        <p:xfrm>
          <a:off x="572756" y="1326166"/>
          <a:ext cx="11224009" cy="5245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6591335" imgH="2933661" progId="Excel.SheetBinaryMacroEnabled.12">
                  <p:link updateAutomatic="1"/>
                </p:oleObj>
              </mc:Choice>
              <mc:Fallback>
                <p:oleObj name="Binary Worksheet" r:id="rId2" imgW="6591335" imgH="2933661" progId="Excel.SheetBinary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7CA6591-0322-18BF-AF2F-E2CE8F3F9B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2756" y="1326166"/>
                        <a:ext cx="11224009" cy="5245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BDC0177B-4494-EE98-0E20-0B9E9051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343" y="137652"/>
            <a:ext cx="7729728" cy="589935"/>
          </a:xfrm>
        </p:spPr>
        <p:txBody>
          <a:bodyPr>
            <a:normAutofit fontScale="90000"/>
          </a:bodyPr>
          <a:lstStyle/>
          <a:p>
            <a:r>
              <a:rPr lang="en-US" dirty="0"/>
              <a:t>DATA SET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796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1F99-5476-D3C7-6C0F-B26FCC95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657631"/>
          </a:xfrm>
        </p:spPr>
        <p:txBody>
          <a:bodyPr>
            <a:normAutofit fontScale="90000"/>
          </a:bodyPr>
          <a:lstStyle/>
          <a:p>
            <a:r>
              <a:rPr lang="en-US" dirty="0"/>
              <a:t>Data understanding: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BDCAA-07EB-63A7-8B54-7272847B2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059" y="2588883"/>
            <a:ext cx="7729728" cy="3101983"/>
          </a:xfrm>
        </p:spPr>
        <p:txBody>
          <a:bodyPr>
            <a:normAutofit/>
          </a:bodyPr>
          <a:lstStyle/>
          <a:p>
            <a:r>
              <a:rPr lang="en-US" sz="2400" dirty="0"/>
              <a:t>No of rows </a:t>
            </a:r>
            <a:r>
              <a:rPr lang="en-US" sz="2400"/>
              <a:t>: 100000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No of columns : 9</a:t>
            </a:r>
          </a:p>
          <a:p>
            <a:endParaRPr lang="en-US" sz="2400" dirty="0"/>
          </a:p>
          <a:p>
            <a:r>
              <a:rPr lang="en-US" sz="2400" dirty="0"/>
              <a:t>Data type : Integer, Float , Object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37336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0DEC1-4EA0-ADAC-6F25-44B9D3B91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503" y="580104"/>
            <a:ext cx="7729728" cy="637967"/>
          </a:xfrm>
        </p:spPr>
        <p:txBody>
          <a:bodyPr>
            <a:normAutofit fontScale="90000"/>
          </a:bodyPr>
          <a:lstStyle/>
          <a:p>
            <a:r>
              <a:rPr lang="en-US" dirty="0"/>
              <a:t>Exploration 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E046B4-9D89-0870-57A3-F8D5EDB27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1" t="33670" r="77457" b="28009"/>
          <a:stretch/>
        </p:blipFill>
        <p:spPr>
          <a:xfrm>
            <a:off x="7187381" y="1838631"/>
            <a:ext cx="3637935" cy="443926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D71823-B47D-1CD3-1EB0-C1F783E79024}"/>
              </a:ext>
            </a:extLst>
          </p:cNvPr>
          <p:cNvSpPr txBox="1"/>
          <p:nvPr/>
        </p:nvSpPr>
        <p:spPr>
          <a:xfrm flipH="1">
            <a:off x="1571078" y="3040003"/>
            <a:ext cx="5006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There is no missing values 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20369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7B90C-0E7D-6C2B-F0EA-1F98D6DF9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80007"/>
            <a:ext cx="7729728" cy="637966"/>
          </a:xfrm>
        </p:spPr>
        <p:txBody>
          <a:bodyPr>
            <a:normAutofit fontScale="90000"/>
          </a:bodyPr>
          <a:lstStyle/>
          <a:p>
            <a:r>
              <a:rPr lang="en-US" dirty="0"/>
              <a:t>Code implementation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9C812-3C44-9226-0624-41DE176F8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868130"/>
            <a:ext cx="7729728" cy="3871898"/>
          </a:xfrm>
        </p:spPr>
        <p:txBody>
          <a:bodyPr/>
          <a:lstStyle/>
          <a:p>
            <a:r>
              <a:rPr lang="en-US" dirty="0"/>
              <a:t>Programming  language :  Python</a:t>
            </a:r>
          </a:p>
          <a:p>
            <a:endParaRPr lang="en-US" dirty="0"/>
          </a:p>
          <a:p>
            <a:r>
              <a:rPr lang="en-IN" dirty="0"/>
              <a:t> Libraries :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b="1" dirty="0"/>
              <a:t>EDA</a:t>
            </a:r>
            <a:r>
              <a:rPr lang="en-IN" dirty="0"/>
              <a:t>: Pandas, Matplotlib, Seaborn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b="1" dirty="0"/>
              <a:t>Preprocessing</a:t>
            </a:r>
            <a:r>
              <a:rPr lang="en-IN" dirty="0"/>
              <a:t>:  NumPy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 err="1"/>
              <a:t>Colab</a:t>
            </a:r>
            <a:r>
              <a:rPr lang="en-IN" dirty="0"/>
              <a:t> link :  https://colab.research.google.com/drive/1L-ZindW-OaxGZMx0niw9vOBxYJ2jDoz-?usp=sharing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6660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D4BBA-7C30-631F-8E9D-90F1BF713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96646"/>
            <a:ext cx="7729728" cy="796412"/>
          </a:xfrm>
        </p:spPr>
        <p:txBody>
          <a:bodyPr>
            <a:normAutofit/>
          </a:bodyPr>
          <a:lstStyle/>
          <a:p>
            <a:r>
              <a:rPr lang="en-US" dirty="0"/>
              <a:t>DATA VISUALIZATION 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892037-CF99-FD13-7C31-20660F9D9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3" t="38280" r="62499" b="11828"/>
          <a:stretch/>
        </p:blipFill>
        <p:spPr>
          <a:xfrm>
            <a:off x="6912077" y="1904998"/>
            <a:ext cx="4798142" cy="4308989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7E56BEE-959F-2A39-FC3E-D7B0A0DC7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9" t="35708" r="51426" b="8505"/>
          <a:stretch/>
        </p:blipFill>
        <p:spPr>
          <a:xfrm>
            <a:off x="422789" y="2013153"/>
            <a:ext cx="5142271" cy="4200834"/>
          </a:xfrm>
        </p:spPr>
      </p:pic>
    </p:spTree>
    <p:extLst>
      <p:ext uri="{BB962C8B-B14F-4D97-AF65-F5344CB8AC3E}">
        <p14:creationId xmlns:p14="http://schemas.microsoft.com/office/powerpoint/2010/main" val="2607029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E77B4E-B2DE-D779-A035-7B1F38E75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4" t="28244" r="50726" b="15699"/>
          <a:stretch/>
        </p:blipFill>
        <p:spPr>
          <a:xfrm>
            <a:off x="383457" y="1140541"/>
            <a:ext cx="5191434" cy="5329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D83914-88AF-BE9A-CC4F-9B7CA1A3F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4" t="29534" r="51532" b="14408"/>
          <a:stretch/>
        </p:blipFill>
        <p:spPr>
          <a:xfrm>
            <a:off x="6715432" y="1140541"/>
            <a:ext cx="5093111" cy="532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96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4078E7-BA32-36CF-963F-AD70CA430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7" t="28960" r="53549" b="14839"/>
          <a:stretch/>
        </p:blipFill>
        <p:spPr>
          <a:xfrm>
            <a:off x="117985" y="1248696"/>
            <a:ext cx="5181602" cy="4984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E28AB5-C686-5706-B891-717925F24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1" t="24229" r="46936" b="8388"/>
          <a:stretch/>
        </p:blipFill>
        <p:spPr>
          <a:xfrm>
            <a:off x="5584723" y="1248696"/>
            <a:ext cx="6489291" cy="498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87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B024-E330-4CBD-965A-C9BBE4582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658" y="384589"/>
            <a:ext cx="7729728" cy="510147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40A8-619D-D0EA-03E8-078954C62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1820" y="1366684"/>
            <a:ext cx="10471354" cy="5343832"/>
          </a:xfrm>
        </p:spPr>
        <p:txBody>
          <a:bodyPr/>
          <a:lstStyle/>
          <a:p>
            <a:pPr marL="0" indent="0">
              <a:buNone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Key Features Correlation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Features such as </a:t>
            </a:r>
            <a:r>
              <a:rPr lang="en-US" b="1" dirty="0"/>
              <a:t>HbA1c_level</a:t>
            </a:r>
            <a:r>
              <a:rPr lang="en-US" dirty="0"/>
              <a:t> and </a:t>
            </a:r>
            <a:r>
              <a:rPr lang="en-US" b="1" dirty="0" err="1"/>
              <a:t>blood_glucose_level</a:t>
            </a:r>
            <a:r>
              <a:rPr lang="en-US" dirty="0"/>
              <a:t> showed strong correlations with the target variable (diabetes).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Lifestyle factors like </a:t>
            </a:r>
            <a:r>
              <a:rPr lang="en-US" b="1" dirty="0" err="1"/>
              <a:t>smoking_history</a:t>
            </a:r>
            <a:r>
              <a:rPr lang="en-US" dirty="0"/>
              <a:t> and clinical conditions such as </a:t>
            </a:r>
            <a:r>
              <a:rPr lang="en-US" b="1" dirty="0"/>
              <a:t>hypertension</a:t>
            </a:r>
            <a:r>
              <a:rPr lang="en-US" dirty="0"/>
              <a:t> and </a:t>
            </a:r>
            <a:r>
              <a:rPr lang="en-US" b="1" dirty="0" err="1"/>
              <a:t>heart_disease</a:t>
            </a:r>
            <a:r>
              <a:rPr lang="en-US" dirty="0"/>
              <a:t> have weaker but still relevant associations with diabetics.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Feature Insights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800" b="1" dirty="0"/>
              <a:t>Age</a:t>
            </a:r>
            <a:r>
              <a:rPr lang="en-US" sz="1800" dirty="0"/>
              <a:t>: The likelihood of diabetes increases with age.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800" b="1" dirty="0"/>
              <a:t>BMI</a:t>
            </a:r>
            <a:r>
              <a:rPr lang="en-US" sz="1800" dirty="0"/>
              <a:t>: Higher BMI is associated with an increased risk of diabetes, though there may be outliers to address.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800" b="1" dirty="0"/>
              <a:t>Gender and Smoking History</a:t>
            </a:r>
            <a:r>
              <a:rPr lang="en-US" sz="1800" dirty="0"/>
              <a:t>: These categorical features require further analysis, but they contribute additional context to diabetes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625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89934-5B09-A83A-5E7A-218FAE2FC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149" y="364924"/>
            <a:ext cx="7729728" cy="598637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Conclusions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CCAFF-239A-D741-C70A-52AE8570B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020" y="1906327"/>
            <a:ext cx="10844980" cy="527009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Predictive Insights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dataset includes strong predictors of diabetes, particularly </a:t>
            </a:r>
            <a:r>
              <a:rPr lang="en-US" b="1" dirty="0"/>
              <a:t>HbA1c_level</a:t>
            </a:r>
            <a:r>
              <a:rPr lang="en-US" dirty="0"/>
              <a:t>, </a:t>
            </a:r>
            <a:r>
              <a:rPr lang="en-US" b="1" dirty="0" err="1"/>
              <a:t>blood_glucose_level</a:t>
            </a:r>
            <a:r>
              <a:rPr lang="en-US" dirty="0"/>
              <a:t>, and </a:t>
            </a:r>
            <a:r>
              <a:rPr lang="en-US" b="1" dirty="0"/>
              <a:t>BMI</a:t>
            </a:r>
            <a:r>
              <a:rPr lang="en-US" dirty="0"/>
              <a:t>. These features should be prioritized in predictive modeling.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Preprocessing Requirements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data is clean with no missing values but requires Outliers in features like BMI could skew predictions and should be carefully handled.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Applications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dataset can be effectively used to build machine learning models to predict diabetes.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Insights can guide healthcare providers in identifying at-risk individuals based on clinical and demographic features.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8586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BB7928-376F-FDC9-08DF-C091C4F2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636176"/>
            <a:ext cx="7729728" cy="1188720"/>
          </a:xfrm>
        </p:spPr>
        <p:txBody>
          <a:bodyPr>
            <a:normAutofit/>
          </a:bodyPr>
          <a:lstStyle/>
          <a:p>
            <a:r>
              <a:rPr lang="en-US" sz="6000" dirty="0"/>
              <a:t>Thank you !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90831519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648</TotalTime>
  <Words>520</Words>
  <Application>Microsoft Office PowerPoint</Application>
  <PresentationFormat>Widescreen</PresentationFormat>
  <Paragraphs>78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Algerian</vt:lpstr>
      <vt:lpstr>Arial</vt:lpstr>
      <vt:lpstr>Calibri</vt:lpstr>
      <vt:lpstr>Gill Sans MT</vt:lpstr>
      <vt:lpstr>Wingdings</vt:lpstr>
      <vt:lpstr>Parcel</vt:lpstr>
      <vt:lpstr>file:///C:\Users\HP\AppData\Local\Temp\d1e3d809-9906-49b7-b2ed-00f0c8364e1a_diabetes_prediction_dataset.csv.zip.e1a\diabetes_prediction_dataset.csv!diabetes_prediction_dataset!R1C1:R16C9</vt:lpstr>
      <vt:lpstr>Diabetic prediction   by : anuriya Raveendran on: 2/12/24 </vt:lpstr>
      <vt:lpstr>PowerPoint Presentation</vt:lpstr>
      <vt:lpstr>AIM :</vt:lpstr>
      <vt:lpstr>Problem statement :</vt:lpstr>
      <vt:lpstr>Scope :</vt:lpstr>
      <vt:lpstr>Methodology :</vt:lpstr>
      <vt:lpstr>DATA SET :</vt:lpstr>
      <vt:lpstr>Data understanding:</vt:lpstr>
      <vt:lpstr>Exploration :</vt:lpstr>
      <vt:lpstr>Code implementation :</vt:lpstr>
      <vt:lpstr>DATA VISUALIZATION :</vt:lpstr>
      <vt:lpstr>PowerPoint Presentation</vt:lpstr>
      <vt:lpstr>PowerPoint Presentation</vt:lpstr>
      <vt:lpstr>Results :</vt:lpstr>
      <vt:lpstr>Conclusions :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anuriyaraveendran123@gmail.com</dc:creator>
  <cp:lastModifiedBy>anuriyaraveendran123@gmail.com</cp:lastModifiedBy>
  <cp:revision>1</cp:revision>
  <dcterms:created xsi:type="dcterms:W3CDTF">2024-11-26T14:53:09Z</dcterms:created>
  <dcterms:modified xsi:type="dcterms:W3CDTF">2024-12-01T13:36:46Z</dcterms:modified>
</cp:coreProperties>
</file>